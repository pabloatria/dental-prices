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DENTAL PRECIOS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dental de Chile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Compara, ahorra y compra — todo en un solo lugar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insumos dentales en Chile es lento, opaco y fragmentado.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14600" cy="237744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distintos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una sola clínica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514600" cy="237744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1945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429000" y="3108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donde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precios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514600" cy="237744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1945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¿Horas?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17920" y="3108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cotizando por teléfono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WhatsApp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Dental Precios es su MercadoLibre dental.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cualquier producto — desde una resina hasta un sillón dental — compare precios de distintos proveedores y compre todo con un solo carrito.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560320" cy="1645920"/>
          </a:xfrm>
          <a:prstGeom prst="rect">
            <a:avLst/>
          </a:prstGeom>
          <a:solidFill>
            <a:srgbClr val="026E7A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3017520"/>
            <a:ext cx="731520" cy="73152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31729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74720" y="2926080"/>
            <a:ext cx="2560320" cy="1645920"/>
          </a:xfrm>
          <a:prstGeom prst="rect">
            <a:avLst/>
          </a:prstGeom>
          <a:solidFill>
            <a:srgbClr val="026E7A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3017520"/>
            <a:ext cx="731520" cy="73152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31729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309360" y="2926080"/>
            <a:ext cx="2560320" cy="1645920"/>
          </a:xfrm>
          <a:prstGeom prst="rect">
            <a:avLst/>
          </a:prstGeom>
          <a:solidFill>
            <a:srgbClr val="026E7A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0" y="3017520"/>
            <a:ext cx="731520" cy="73152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31729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checkout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funciona?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310896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554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7099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Busque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Encuentre el producto por nombre, categoría o marca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06040" y="1280160"/>
            <a:ext cx="1920240" cy="310896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28016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0" y="1554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70992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260604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74320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Vea precios de distintos proveedores lado a lado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54880" y="1280160"/>
            <a:ext cx="1920240" cy="310896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4880" y="128016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Shape 16"/>
          <p:cNvSpPr/>
          <p:nvPr/>
        </p:nvSpPr>
        <p:spPr>
          <a:xfrm>
            <a:off x="5349240" y="1554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70992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5488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475488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489204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carrito, un solo checkout, seguro y rápido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903720" y="1280160"/>
            <a:ext cx="1920240" cy="310896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03720" y="128016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2"/>
          <p:cNvSpPr/>
          <p:nvPr/>
        </p:nvSpPr>
        <p:spPr>
          <a:xfrm>
            <a:off x="7498080" y="1554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709928"/>
            <a:ext cx="420624" cy="4206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037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690372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Reciba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704088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proveedor despacha directo a su clínica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Beneficios para su clínica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3075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Transparencia total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06240" y="1188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Vea precios reales del mercado, de múltiples proveedores, lado a lado.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19842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Ahorro de tiempo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206240" y="1938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más cotizaciones manuales, llamadas o esperas. Todo está en la plataforma.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273405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80720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688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solo carrito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206240" y="26883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 a distintos proveedores en una sola transacción.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48386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55701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4381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Catálogo completo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206240" y="34381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Insumos, instrumentos, equipos y materiales de laboratorio.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22960" y="423367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068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41879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informadas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206240" y="4187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Acceda a reseñas, fichas técnicas y comparativas.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 anticipado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en fase de lanzamiento. Registrarse ahora le da: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14600" cy="2377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 prioritario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109728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de los primeros en usar la plataforma antes de la apertura al público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14600" cy="2377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103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Beneficios exclusivos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11880" y="2606040"/>
            <a:ext cx="109728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y descuentos de proveedores socios fundadores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514600" cy="2377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103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 voz importa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109728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Influya en las funcionalidades que más le importan a su práctica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Empiece hoy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Regístrese en Dental Precios y descubra una nueva forma de comprar insumos para su clínica.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41148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www.dentalprecios.cl/registro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contacto@dentalprecios.cl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2743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Deje de adivinar precios.</a:t>
            </a:r>
            <a:endParaRPr lang="en-US" sz="2200" dirty="0"/>
          </a:p>
          <a:p>
            <a:pPr algn="r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Empiece a comparar.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Precios - Para Dentistas</dc:title>
  <dc:subject>PptxGenJS Presentation</dc:subject>
  <dc:creator>Dental Precios</dc:creator>
  <cp:lastModifiedBy>Dental Precios</cp:lastModifiedBy>
  <cp:revision>1</cp:revision>
  <dcterms:created xsi:type="dcterms:W3CDTF">2026-03-23T21:35:18Z</dcterms:created>
  <dcterms:modified xsi:type="dcterms:W3CDTF">2026-03-23T21:35:18Z</dcterms:modified>
</cp:coreProperties>
</file>