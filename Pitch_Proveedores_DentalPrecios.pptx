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DENTAL PRECIOS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dental de Chile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 para proveedores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oportunidad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dental chileno opera de forma fragmentada. Los dentistas compran a múltiples proveedores con procesos lentos, precios opacos y logística dispersa.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514600" cy="228600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Audiencia dispersa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llegar a dentistas sin grandes inversiones en fuerza de venta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29000" y="2194560"/>
            <a:ext cx="2514600" cy="228600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3774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Ventas fragmentadas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566160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proveedor gestiona su propia vitrina, logística y cobranza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2194560"/>
            <a:ext cx="2514600" cy="2286000"/>
          </a:xfrm>
          <a:prstGeom prst="rect">
            <a:avLst/>
          </a:prstGeom>
          <a:solidFill>
            <a:srgbClr val="F0F9F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774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5508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datos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355080" y="32461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visibilidad sobre la demanda ni las tendencias del mercado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Dental Precios es el MercadoLibre del mundo dental.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donde los dentistas buscan, comparan y compran insumos de múltiples proveedores en un solo lugar, con un solo checkout.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60120" y="3017520"/>
            <a:ext cx="731520" cy="73152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3163824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 cautiva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63240" y="3017520"/>
            <a:ext cx="731520" cy="73152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3163824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4320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Vitrina sin costo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166360" y="3017520"/>
            <a:ext cx="731520" cy="73152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3163824"/>
            <a:ext cx="420624" cy="420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4632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despache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269480" y="3017520"/>
            <a:ext cx="731520" cy="731520"/>
          </a:xfrm>
          <a:prstGeom prst="ellipse">
            <a:avLst/>
          </a:prstGeom>
          <a:solidFill>
            <a:srgbClr val="0F1B2D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3163824"/>
            <a:ext cx="420624" cy="4206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4944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mercado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funciona?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31920" y="1280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 su cuenta y suba su catálogo de productos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69848" y="1828800"/>
            <a:ext cx="54864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Publicación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3192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productos aparecen en el marketplace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69848" y="2743200"/>
            <a:ext cx="54864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108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108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3192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dentista compra, nosotros procesamos el pago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69848" y="3657600"/>
            <a:ext cx="54864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Despacho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3192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Reciba la orden confirmada y envíe el producto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Ventaja de primer movimiento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en fase de lanzamiento. Los proveedores que se sumen ahora obtienen: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657600" cy="10972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Posicionamiento premium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destacada durante el periodo de lanzamiento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920240"/>
            <a:ext cx="3657600" cy="10972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488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2011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Condiciones preferenciales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6928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 y beneficios exclusivos como socio fundador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3291840"/>
            <a:ext cx="3657600" cy="10972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204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3383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Co-creación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5448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Participe en el diseño de funcionalidades de la plataforma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46320" y="3291840"/>
            <a:ext cx="3657600" cy="10972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204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383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conjunto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66928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en campañas dirigidas a dentistas de todo Chile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Categorías de productos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una clínica dental necesita para operar: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840480" cy="128016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Consumibles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Resinas, cementos, materiales de impresión, desechables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691640"/>
            <a:ext cx="3840480" cy="1280160"/>
          </a:xfrm>
          <a:prstGeom prst="rect">
            <a:avLst/>
          </a:prstGeom>
          <a:solidFill>
            <a:srgbClr val="0A6C7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874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12064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Fresas, instrumentos de mano, rotatorios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3840480" cy="128016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Equipamiento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440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Sillones, unidades dentales, equipos de imagen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3246120"/>
            <a:ext cx="3840480" cy="1280160"/>
          </a:xfrm>
          <a:prstGeom prst="rect">
            <a:avLst/>
          </a:prstGeom>
          <a:solidFill>
            <a:srgbClr val="0E4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12064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Cerámicas, acrílicos, aleaciones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Siguiente paso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 una reunión con nuestro equipo para conocer las condiciones de ingreso y comenzar a vender a la comunidad dental de Chile.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41148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contacto@dentalprecios.cl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www.dentalprecios.cl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0" y="27432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 más. Sin complicaciones.</a:t>
            </a:r>
            <a:endParaRPr lang="en-US" sz="2200" dirty="0"/>
          </a:p>
          <a:p>
            <a:pPr algn="r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 despache.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Precios - Propuesta para Proveedores</dc:title>
  <dc:subject>PptxGenJS Presentation</dc:subject>
  <dc:creator>Dental Precios</dc:creator>
  <cp:lastModifiedBy>Dental Precios</cp:lastModifiedBy>
  <cp:revision>1</cp:revision>
  <dcterms:created xsi:type="dcterms:W3CDTF">2026-03-23T21:33:43Z</dcterms:created>
  <dcterms:modified xsi:type="dcterms:W3CDTF">2026-03-23T21:33:43Z</dcterms:modified>
</cp:coreProperties>
</file>