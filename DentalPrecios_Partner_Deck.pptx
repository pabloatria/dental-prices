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DENTALPRECIOS.CL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comparador de precios de productos</a:t>
            </a:r>
            <a:endParaRPr lang="en-US" sz="1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9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dentales y estéticos en Chile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2860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Colaboración para Partners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Pablo Atria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Odontólogo Clínico  |  Profesor, NYU College of Dentistry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43E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Oportunidad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dentistas en Chile no tienen un punto central para descubrir y comparar productos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804672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90195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01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8105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 centralizada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1488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proveedor compite en aislamiento. No hay un lugar donde el dentista vea todo junto.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804672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9535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953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!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28620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fragmentada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200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profesional pierde tiempo visitando múltiples sitios, pidiendo cotizaciones por separado.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04672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400507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005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39136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invisibles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251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mejores productos no siempre son los más visibles. Las marcas premium pierden alcance.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043E4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6817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20.000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74520" y="46817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dentistas en Chile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46817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15+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00600" y="46817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activos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46817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26680" y="46817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comparadores existentes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3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Plataforma Hoy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965960" cy="155448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196596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173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7.800+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indexados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234440"/>
            <a:ext cx="1965960" cy="155448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234440"/>
            <a:ext cx="19659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4173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60320" y="2148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1965960" cy="155448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3444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173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Diaria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54880" y="2148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precios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234440"/>
            <a:ext cx="1965960" cy="155448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1234440"/>
            <a:ext cx="196596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417320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49440" y="2148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para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dentistas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cubiertas hoy: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3566160"/>
            <a:ext cx="1965960" cy="347472"/>
          </a:xfrm>
          <a:prstGeom prst="rect">
            <a:avLst/>
          </a:prstGeom>
          <a:solidFill>
            <a:srgbClr val="054B5A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661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Composites y resinas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51760" y="3566160"/>
            <a:ext cx="1965960" cy="347472"/>
          </a:xfrm>
          <a:prstGeom prst="rect">
            <a:avLst/>
          </a:prstGeom>
          <a:solidFill>
            <a:srgbClr val="054B5A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35661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Adhesivos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566160"/>
            <a:ext cx="1965960" cy="347472"/>
          </a:xfrm>
          <a:prstGeom prst="rect">
            <a:avLst/>
          </a:prstGeom>
          <a:solidFill>
            <a:srgbClr val="054B5A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5661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Cementos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40880" y="3566160"/>
            <a:ext cx="1965960" cy="347472"/>
          </a:xfrm>
          <a:prstGeom prst="rect">
            <a:avLst/>
          </a:prstGeom>
          <a:solidFill>
            <a:srgbClr val="054B5A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0" y="35661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Instrumental rotatorio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1965960" cy="347472"/>
          </a:xfrm>
          <a:prstGeom prst="rect">
            <a:avLst/>
          </a:prstGeom>
          <a:solidFill>
            <a:srgbClr val="054B5A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023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Blanqueamiento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51760" y="4023360"/>
            <a:ext cx="1965960" cy="347472"/>
          </a:xfrm>
          <a:prstGeom prst="rect">
            <a:avLst/>
          </a:prstGeom>
          <a:solidFill>
            <a:srgbClr val="054B5A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0" y="4023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Endodoncia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4023360"/>
            <a:ext cx="1965960" cy="347472"/>
          </a:xfrm>
          <a:prstGeom prst="rect">
            <a:avLst/>
          </a:prstGeom>
          <a:solidFill>
            <a:srgbClr val="054B5A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4023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Impresión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040880" y="4023360"/>
            <a:ext cx="1965960" cy="347472"/>
          </a:xfrm>
          <a:prstGeom prst="rect">
            <a:avLst/>
          </a:prstGeom>
          <a:solidFill>
            <a:srgbClr val="054B5A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0" y="40233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Ortodoncia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480560"/>
            <a:ext cx="1965960" cy="347472"/>
          </a:xfrm>
          <a:prstGeom prst="rect">
            <a:avLst/>
          </a:prstGeom>
          <a:solidFill>
            <a:srgbClr val="054B5A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4805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Guantes y desechables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51760" y="4480560"/>
            <a:ext cx="1965960" cy="347472"/>
          </a:xfrm>
          <a:prstGeom prst="rect">
            <a:avLst/>
          </a:prstGeom>
          <a:solidFill>
            <a:srgbClr val="054B5A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0" y="44805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Radiología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4480560"/>
            <a:ext cx="1965960" cy="347472"/>
          </a:xfrm>
          <a:prstGeom prst="rect">
            <a:avLst/>
          </a:prstGeom>
          <a:solidFill>
            <a:srgbClr val="054B5A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44805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Equipamiento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040880" y="4480560"/>
            <a:ext cx="1965960" cy="347472"/>
          </a:xfrm>
          <a:prstGeom prst="rect">
            <a:avLst/>
          </a:prstGeom>
          <a:solidFill>
            <a:srgbClr val="054B5A"/>
          </a:solidFill>
          <a:ln/>
        </p:spPr>
      </p:sp>
      <p:sp>
        <p:nvSpPr>
          <p:cNvPr id="44" name="Text 42"/>
          <p:cNvSpPr/>
          <p:nvPr/>
        </p:nvSpPr>
        <p:spPr>
          <a:xfrm>
            <a:off x="7132320" y="44805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más...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43E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¿Quién ya está en DentalPrecios?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proveedores activos con catálogos completos indexados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55448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63040"/>
            <a:ext cx="15544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600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Market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03120" y="1463040"/>
            <a:ext cx="155448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103120" y="1463040"/>
            <a:ext cx="15544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600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DentalChile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1463040"/>
            <a:ext cx="155448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0" y="1463040"/>
            <a:ext cx="15544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1600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Prodontomed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77840" y="1463040"/>
            <a:ext cx="155448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77840" y="1463040"/>
            <a:ext cx="15544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1600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Maquidenta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0" y="1463040"/>
            <a:ext cx="155448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0" y="1463040"/>
            <a:ext cx="15544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16002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Dentoshop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560320"/>
            <a:ext cx="155448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560320"/>
            <a:ext cx="15544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697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Monarch Dental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03120" y="2560320"/>
            <a:ext cx="155448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103120" y="2560320"/>
            <a:ext cx="15544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2103120" y="2697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Store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40480" y="2560320"/>
            <a:ext cx="155448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0" y="2560320"/>
            <a:ext cx="15544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0" y="2697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SmileDent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77840" y="2560320"/>
            <a:ext cx="155448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77840" y="2560320"/>
            <a:ext cx="15544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5577840" y="2697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0" y="2560320"/>
            <a:ext cx="155448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0" y="2560320"/>
            <a:ext cx="15544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0" y="2697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Express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657600"/>
            <a:ext cx="155448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657600"/>
            <a:ext cx="15544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37947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OdontoDepot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103120" y="3657600"/>
            <a:ext cx="155448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103120" y="3657600"/>
            <a:ext cx="15544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9" name="Text 37"/>
          <p:cNvSpPr/>
          <p:nvPr/>
        </p:nvSpPr>
        <p:spPr>
          <a:xfrm>
            <a:off x="2103120" y="37947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NeoDental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840480" y="3657600"/>
            <a:ext cx="155448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840480" y="3657600"/>
            <a:ext cx="15544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2" name="Text 40"/>
          <p:cNvSpPr/>
          <p:nvPr/>
        </p:nvSpPr>
        <p:spPr>
          <a:xfrm>
            <a:off x="3840480" y="37947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SurDental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577840" y="3657600"/>
            <a:ext cx="155448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577840" y="3657600"/>
            <a:ext cx="15544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5" name="Text 43"/>
          <p:cNvSpPr/>
          <p:nvPr/>
        </p:nvSpPr>
        <p:spPr>
          <a:xfrm>
            <a:off x="5577840" y="37947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ChileDent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315200" y="3657600"/>
            <a:ext cx="1554480" cy="8686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315200" y="3657600"/>
            <a:ext cx="1554480" cy="45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0" y="37947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MegaDental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043E4E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Próximamente: marcas de implantes, estética facial y equipamiento sin e-commerce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43E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¿Cómo Funciona para Usted?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modelos según su tipo de negocio: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4023360" cy="329184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63040"/>
            <a:ext cx="402336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Proveedores con E-commerce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productos se indexan automáticamente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3347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633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dentista compara precios en tiempo real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07238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0723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→ redirigido a su tienda online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51129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5112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Usted recibe tráfico calificado con intención de compra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9502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3950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de listado destacado para más visibilidad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463040"/>
            <a:ext cx="4023360" cy="329184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463040"/>
            <a:ext cx="40233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Marcas y Laboratorios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Implantes, estética facial, equipamiento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2860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catálogo se publica con fichas técnicas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7249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0" y="2724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dentista explora productos y especificaciones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316382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316382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→ solicitud de cotización directa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60273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36027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Usted recibe leads calificados por producto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40416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40416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de patrocinio de categoría completa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ambos casos: cero riesgo, cero intermediación. Solo más visibilidad y más clientes.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3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Obtiene como Partner?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06040" cy="356616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0604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Reportes Mensuales de Tráfico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Reciba cada mes un informe detallado con: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Cantidad de vistas por producto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Clics hacia su tienda o formulario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Comparación con la categoría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Tendencias de búsqueda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06040" cy="356616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18872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Generación de Leads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196596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marcas sin e-commerce: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Formulario de cotización integrado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Datos del dentista interesado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Producto específico consultado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Derivación directa a su equipo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06040" cy="356616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88720"/>
            <a:ext cx="260604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417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Patrocinio de Categoría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196596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Posicione su marca como líder: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Banner exclusivo en la categoría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Productos destacados primero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Badge de "Partner Oficial"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Contenido educativo vinculado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reportes y datos son exclusivos para cada partner — nunca compartidos con competidores.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43E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Niveles de Colaboración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Elija el nivel que mejor se adapte a sus objetivos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2697480" cy="36118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1536192"/>
            <a:ext cx="914400" cy="2560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965960" y="15361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Básico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CLP $0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2331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68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completo de productos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 su tienda o contacto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291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en resultados de búsqueda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703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Indexación automática diaria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46120" y="1417320"/>
            <a:ext cx="2697480" cy="36118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1536192"/>
            <a:ext cx="91440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5361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2900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Destacado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2900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Desde $100K/mes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429000" y="2331720"/>
            <a:ext cx="2331720" cy="0"/>
          </a:xfrm>
          <a:prstGeom prst="line">
            <a:avLst/>
          </a:prstGeom>
          <a:noFill/>
          <a:ln w="12700">
            <a:solidFill>
              <a:srgbClr val="066A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2468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0332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nivel Básico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29000" y="2880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0332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premium en resultados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29000" y="3291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0332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visual de partner oficial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29000" y="3703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0332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mensual de tráfico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29000" y="41148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0332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para catálogo de marcas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72200" y="1417320"/>
            <a:ext cx="2697480" cy="361188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818120" y="1536192"/>
            <a:ext cx="914400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7818120" y="153619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55080" y="1508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Sponsor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35508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Desde $300K/mes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355080" y="2331720"/>
            <a:ext cx="2331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468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2940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del nivel Destacado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55080" y="28803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62940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Patrocinio de categoría exclusivo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355080" y="3291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62940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en sección de categoría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55080" y="3703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2940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calificados con datos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355080" y="41148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62940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analytics en tiempo real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43E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Nuevas Categorías en Expansión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DentalPrecios crece más allá de insumos dentales tradicionales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4023360" cy="320040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463040"/>
            <a:ext cx="402336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Implantes Dentales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 completos de sistemas de implantes con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especificaciones técnicas y precios referenciales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743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Nobel Biocare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2743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Straumann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90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Neodent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3090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MIS Implants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4381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BioHorizons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34381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Osstem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7856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Megagen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37856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Bicon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4023360" cy="320040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463040"/>
            <a:ext cx="40233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Estética Facial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83480" y="2057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hialurónico, toxina botulínica, hilos tensores,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biomateriales y equipamiento estético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743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Galderma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2743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090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Dispolab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30906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Flamamed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4381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Merz Aesthetics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34381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Allergan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37856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Hugel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37856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Croma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43E4E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75488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¿Su marca debería estar aquí?  →  Hablemos.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3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Reportes Mensuales para Partners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partner recibe un informe personalizado con métricas de rendimiento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965960" cy="137160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00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12.450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37360" y="1965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Impresiones de producto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508760"/>
            <a:ext cx="1965960" cy="137160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1600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97480" y="1920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1.230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931920" y="1965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Clics a su tienda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508760"/>
            <a:ext cx="1965960" cy="137160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1600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92040" y="1920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26480" y="1965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de cotización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1508760"/>
            <a:ext cx="1965960" cy="1371600"/>
          </a:xfrm>
          <a:prstGeom prst="rect">
            <a:avLst/>
          </a:prstGeom>
          <a:solidFill>
            <a:srgbClr val="054B5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86600" y="1600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19202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321040" y="1965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pos.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8660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promedio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reporte mensual: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1520" y="365760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51560" y="36576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productos más buscados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23360" y="3657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Cuáles de sus productos generan más interés entre los dentistas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0050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40050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mercado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23360" y="40050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posiciona en precio y visibilidad frente a la categoría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435254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51560" y="43525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 de búsqueda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23360" y="43525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buscan los dentistas y qué productos tienen demanda creciente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470001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51560" y="47000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de optimización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023360" y="47000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Sugerencias para mejorar su conversión y visibilidad en la plataforma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43E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 Sumarse Ahora?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8412480" cy="77724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188720"/>
            <a:ext cx="73152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en el mercado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554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otro comparador dental en Chile ni en LATAM. Las marcas que participen ahora tendrán posicionamiento preferente permanente.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8412480" cy="77724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48840"/>
            <a:ext cx="73152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31343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garantizado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25146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está en fase de lanzamiento suave con tracción orgánica. El tráfico crece mes a mes — su visibilidad crece con nosotros.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8412480" cy="77724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273552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de lanzamiento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34747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partners que se suman ahora acceden a tarifas fundacionales que no estarán disponibles más adelante.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solidFill>
            <a:srgbClr val="F5F8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069080"/>
            <a:ext cx="73152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423367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2588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riesgo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25880" y="44348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listado básico es gratuito. Los niveles pagos tienen período de prueba y métricas verificables antes de comprometerse.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3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Trabajemos Juntos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DentalPrecios.cl está en fase de lanzamiento suave.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Queremos contar con su marca antes de la apertura pública.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2860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4747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474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34747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su presencia actual en dentalprecios.cl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913632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913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91363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su nivel de colaboración ideal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14400" y="435254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525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435254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su catálogo o listado de productos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4791456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791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7914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 su primer reporte mensual de rendimiento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Pablo Atria  |  atria.pablo@gmail.com  |  dentalprecios.cl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DentalPrecios.cl — Propuesta para Partners</dc:title>
  <dc:subject>PptxGenJS Presentation</dc:subject>
  <dc:creator>Dr. Pablo Atria</dc:creator>
  <cp:lastModifiedBy>Dr. Pablo Atria</cp:lastModifiedBy>
  <cp:revision>1</cp:revision>
  <dcterms:created xsi:type="dcterms:W3CDTF">2026-03-11T18:35:45Z</dcterms:created>
  <dcterms:modified xsi:type="dcterms:W3CDTF">2026-03-11T18:35:45Z</dcterms:modified>
</cp:coreProperties>
</file>