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Afiliados/CPC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9</c:v>
                  </c:pt>
                  <c:pt idx="4">
                    <c:v>Mes 12</c:v>
                  </c:pt>
                  <c:pt idx="5">
                    <c:v>Mes 18</c:v>
                  </c:pt>
                  <c:pt idx="6">
                    <c:v>Mes 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900</c:v>
                </c:pt>
                <c:pt idx="6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Listados Destacados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9</c:v>
                  </c:pt>
                  <c:pt idx="4">
                    <c:v>Mes 12</c:v>
                  </c:pt>
                  <c:pt idx="5">
                    <c:v>Mes 18</c:v>
                  </c:pt>
                  <c:pt idx="6">
                    <c:v>Mes 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150</c:v>
                </c:pt>
                <c:pt idx="3">
                  <c:v>300</c:v>
                </c:pt>
                <c:pt idx="4">
                  <c:v>500</c:v>
                </c:pt>
                <c:pt idx="5">
                  <c:v>800</c:v>
                </c:pt>
                <c:pt idx="6">
                  <c:v>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Publicidad/Otros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9</c:v>
                  </c:pt>
                  <c:pt idx="4">
                    <c:v>Mes 12</c:v>
                  </c:pt>
                  <c:pt idx="5">
                    <c:v>Mes 18</c:v>
                  </c:pt>
                  <c:pt idx="6">
                    <c:v>Mes 24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50</c:v>
                </c:pt>
                <c:pt idx="3">
                  <c:v>150</c:v>
                </c:pt>
                <c:pt idx="4">
                  <c:v>400</c:v>
                </c:pt>
                <c:pt idx="5">
                  <c:v>800</c:v>
                </c:pt>
                <c:pt idx="6">
                  <c:v>1300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Usuarios Únicos/mes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250</c:v>
                </c:pt>
                <c:pt idx="2">
                  <c:v>500</c:v>
                </c:pt>
                <c:pt idx="3">
                  <c:v>900</c:v>
                </c:pt>
                <c:pt idx="4">
                  <c:v>1500</c:v>
                </c:pt>
                <c:pt idx="5">
                  <c:v>2500</c:v>
                </c:pt>
                <c:pt idx="6">
                  <c:v>3500</c:v>
                </c:pt>
                <c:pt idx="7">
                  <c:v>4500</c:v>
                </c:pt>
                <c:pt idx="8">
                  <c:v>5500</c:v>
                </c:pt>
                <c:pt idx="9">
                  <c:v>7000</c:v>
                </c:pt>
                <c:pt idx="10">
                  <c:v>8500</c:v>
                </c:pt>
                <c:pt idx="11">
                  <c:v>10000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Afiliados/CPC</c:v>
                </c:pt>
                <c:pt idx="1">
                  <c:v>Listados Destacados</c:v>
                </c:pt>
                <c:pt idx="2">
                  <c:v>Productos Patrocinados</c:v>
                </c:pt>
                <c:pt idx="3">
                  <c:v>Banners</c:v>
                </c:pt>
                <c:pt idx="4">
                  <c:v>Suscripciones</c:v>
                </c:pt>
                <c:pt idx="5">
                  <c:v>Data/Analytics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34</c:v>
                </c:pt>
                <c:pt idx="1">
                  <c:v>29</c:v>
                </c:pt>
                <c:pt idx="2">
                  <c:v>14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Dentistas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Chile</c:v>
                  </c:pt>
                  <c:pt idx="1">
                    <c:v>Colombia</c:v>
                  </c:pt>
                  <c:pt idx="2">
                    <c:v>Perú</c:v>
                  </c:pt>
                  <c:pt idx="3">
                    <c:v>Argentina</c:v>
                  </c:pt>
                  <c:pt idx="4">
                    <c:v>México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65000</c:v>
                </c:pt>
                <c:pt idx="2">
                  <c:v>45000</c:v>
                </c:pt>
                <c:pt idx="3">
                  <c:v>70000</c:v>
                </c:pt>
                <c:pt idx="4">
                  <c:v>160000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54B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54B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DENTALPRECIOS.CL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comparador de precios de productos dentales en Chile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Colaboración para Proveedores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Pablo Atria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Odontólogo Clínico  |  Profesor, NYU College of Dentistry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dentistas en Chile pierden tiempo y dinero comprando insumos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punto central para comparar precios entre proveedores.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compra requiere visitar múltiples sitios web, pedir cotizaciones y comparar manualmente.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proveedores con mejores precios no siempre son los más visibles.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108960" cy="9601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1188720"/>
            <a:ext cx="73152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0" y="12618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0" y="12618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dentales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2377440"/>
            <a:ext cx="3108960" cy="9601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377440"/>
            <a:ext cx="73152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24505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245059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 activos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país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566160"/>
            <a:ext cx="3108960" cy="9601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3566160"/>
            <a:ext cx="73152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363931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DentalPrecios.cl — Un motor de comparación de precios que conecta dentistas con proveedores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25603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dentista busca un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por nombre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categoría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468880" cy="25603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precios de todos los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en una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página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468880" cy="25603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redirigido al sitio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proveedor para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su compra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intermediamos la venta — generamos tráfico calificado hacia su tienda.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Plataforma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984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7.800+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indexados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92024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2984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0604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92024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984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Diaria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92024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2984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037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para dentistas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esto para usted como proveedor?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560320" cy="11887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gratuita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productos ya están listados con link directo a su tienda.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657600"/>
            <a:ext cx="2560320" cy="11887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65760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calificado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 con intención de compra, redirigidos directamente a usted.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560320" cy="118872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65760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riesgo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costo, no hay intermediación. Solo más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Colaboración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participación para proveedores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572768"/>
            <a:ext cx="8229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Gratuito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incluido. Sus productos con link directo a su tienda. Sin costo.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CLP $0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1572768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Afiliado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clic o venta referida. Modelo performance.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CPC $50-200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3264408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264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Destacado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premium + badge visual en resultados de búsqueda.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$100K/mes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3931920" cy="14630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5468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7680960" y="3264408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264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Patrocinados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productos específicos en los primeros resultados.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CPC $100-500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Proyección de Ingresos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conservador — en miles de CLP/mes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508760"/>
            <a:ext cx="24688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46520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CLP 400K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0" y="158191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ingresos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606040"/>
            <a:ext cx="24688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2898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CLP 1.5M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498080" y="26791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3703320"/>
            <a:ext cx="24688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4652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CLP 3.5M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498080" y="377647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fuentes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Proyección de Tráfico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 mensuales — escenario conservador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10.000 usuarios/mes al final del Año 1 — captura ~50% del mercado dental chileno activo online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Referente: Net32.com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dental más grande de Estados Unidos — nuestra referencia estratégica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18872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$9.3M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mensuales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920240" cy="118872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60.000+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920240" cy="118872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85.000+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920240" cy="118872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 años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mercado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Net32 (EE.UU.)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DentalPrecios (Chile)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Comparador de precios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Comisión por venta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Afiliados + publicidad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300.000+ dentistas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~20.000 dentistas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y confianza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 en Chile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por Fases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874520" cy="34747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1874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1-3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marketing orgánico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 proveedores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1.000 usuarios/mes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69164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69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1874520" cy="34747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88720"/>
            <a:ext cx="1874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Monetización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23774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activos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destacados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5.000 usuarios/mes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931920"/>
            <a:ext cx="169164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4069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$500K-1.5M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1874520" cy="34747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88720"/>
            <a:ext cx="1874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6-12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23774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premium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10.000 usuarios/mes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931920"/>
            <a:ext cx="169164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69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$2M-5M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12280" y="1188720"/>
            <a:ext cx="1874520" cy="347472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1188720"/>
            <a:ext cx="18745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16002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440" y="23774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en plataforma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venta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LATAM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3931920"/>
            <a:ext cx="169164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40690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944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$5M+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 de Ingresos — Año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proyectada de revenue mensual al mes 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Mensual (CLP)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035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Afiliados/CPC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03520" y="2212848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Destacados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2304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03520" y="2688336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2779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Patrocinados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27797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163824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3255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Publicitarios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3255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03520" y="3639312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Premium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03520" y="4114800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03520" y="4681728"/>
            <a:ext cx="3200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3.500K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Expansión de Categorías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e-commerce: catálogos + generación de leads para marcas premium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320040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Implantes Dentales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con fichas técnicas, especificaciones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precios referenciales — CTA: solicitar cotización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Nobel Biocare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Straumann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Neodent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 Implants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BioHorizons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Osstem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39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Megagen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739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Bicon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Estética Facial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hialurónico, toxina botulínica, hilos tensores,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biomateriales — CTA: contactar representante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Galderma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Dispolab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Flamamed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Merz Aesthetics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Allergan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739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Hugel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739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catálogo gratuito + leads calificados por producto + patrocinio de categoría ($300K-500K CLP/mes)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Oportunidad Regional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es el punto de partida — Latinoamérica es el mercado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50876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914400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554480"/>
            <a:ext cx="1508760" cy="20116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Colombia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84832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65.000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84832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04872" y="3017520"/>
            <a:ext cx="91440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3904" y="1554480"/>
            <a:ext cx="1508760" cy="20116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03904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03904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45.000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03904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23944" y="3017520"/>
            <a:ext cx="91440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123944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22976" y="1554480"/>
            <a:ext cx="1508760" cy="20116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22976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Argentina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2976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70.000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22976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43016" y="3017520"/>
            <a:ext cx="91440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843016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2048" y="1554480"/>
            <a:ext cx="1508760" cy="20116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42048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México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42048" y="21488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160.000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42048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62088" y="3017520"/>
            <a:ext cx="91440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562088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57200" y="3794760"/>
          <a:ext cx="82296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Ahora?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sin competencia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comparador dental en Chile ni en LATAM. Ventaja de primer entrante.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0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acelerada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Post-pandemia, más dentistas compran online. Los proveedores necesitan presencia digital.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mínimo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364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ya construida. Sin inventario, sin logística, sin riesgo financiero.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57200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con credibilidad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 activo + académico NYU = confianza de proveedores y dentistas.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188720"/>
            <a:ext cx="3200400" cy="352044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0" y="1188720"/>
            <a:ext cx="3200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Pablo Atria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60720" y="224028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Odontólogo Clínico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consultas privadas en Chile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College of Dentistry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York, EE.UU.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de DentalPrecios.cl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atria.pablo@gmail.com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Trabajemos Juntos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DentalPrecios.cl está en fase de lanzamiento suave.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contar con su respaldo antes del lanzamiento público.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520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su listado actual en dentalprecios.cl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una llamada de 15 minutos para definir colaboración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su perfil preferente antes del lanzamiento público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Pablo Atria  |  atria.pablo@gmail.com  |  dentalprecios.cl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DentalPrecios.cl — Pitch Deck para Proveedores</dc:title>
  <dc:subject>PptxGenJS Presentation</dc:subject>
  <dc:creator>Dr. Pablo Atria</dc:creator>
  <cp:lastModifiedBy>Dr. Pablo Atria</cp:lastModifiedBy>
  <cp:revision>1</cp:revision>
  <dcterms:created xsi:type="dcterms:W3CDTF">2026-03-11T18:41:39Z</dcterms:created>
  <dcterms:modified xsi:type="dcterms:W3CDTF">2026-03-11T18:41:39Z</dcterms:modified>
</cp:coreProperties>
</file>